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D4594A-4D21-8869-DF2E-3496C6787A77}" v="111" dt="2026-05-27T17:38:07.2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43" d="100"/>
          <a:sy n="43" d="100"/>
        </p:scale>
        <p:origin x="67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126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8891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844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848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559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38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0124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07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980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534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81082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495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0053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838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61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8134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1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28.05.2026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1503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PESQUISA SOBRE A LINGUAGEM PYTHON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Aluno</a:t>
            </a:r>
            <a:r>
              <a:rPr lang="de-DE" dirty="0"/>
              <a:t>: Victor</a:t>
            </a:r>
            <a:r>
              <a:rPr lang="de-DE"/>
              <a:t> Lucas de Araujo Silva</a:t>
            </a: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527BE-A21A-4991-7BC3-5542FBD4E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HistÓria</a:t>
            </a:r>
            <a:r>
              <a:rPr lang="pt-BR" dirty="0"/>
              <a:t> do linguagem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A2ACAE-750F-896E-C2D9-7A754BD75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79" y="1935921"/>
            <a:ext cx="11410991" cy="47338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sz="1900" dirty="0" err="1"/>
              <a:t>Desenvolvida</a:t>
            </a:r>
            <a:r>
              <a:rPr lang="en-US" sz="1900" dirty="0"/>
              <a:t> </a:t>
            </a:r>
            <a:r>
              <a:rPr lang="en-US" sz="1900" dirty="0" err="1"/>
              <a:t>em</a:t>
            </a:r>
            <a:r>
              <a:rPr lang="en-US" sz="1900" dirty="0"/>
              <a:t> 1989 no CWI, </a:t>
            </a:r>
            <a:r>
              <a:rPr lang="en-US" sz="1900" dirty="0" err="1"/>
              <a:t>Holanda</a:t>
            </a:r>
            <a:r>
              <a:rPr lang="en-US" sz="1900" dirty="0"/>
              <a:t>. </a:t>
            </a:r>
            <a:r>
              <a:rPr lang="en-US" sz="1900" dirty="0" err="1"/>
              <a:t>Lançada</a:t>
            </a:r>
            <a:r>
              <a:rPr lang="en-US" sz="1900" dirty="0"/>
              <a:t> </a:t>
            </a:r>
            <a:r>
              <a:rPr lang="en-US" sz="1900" dirty="0" err="1"/>
              <a:t>em</a:t>
            </a:r>
            <a:r>
              <a:rPr lang="en-US" sz="1900" dirty="0"/>
              <a:t> </a:t>
            </a:r>
            <a:r>
              <a:rPr lang="en-US" sz="1900" dirty="0" err="1"/>
              <a:t>fevereiro</a:t>
            </a:r>
            <a:r>
              <a:rPr lang="en-US" sz="1900" dirty="0"/>
              <a:t> de 1991. Nome </a:t>
            </a:r>
            <a:r>
              <a:rPr lang="en-US" sz="1900" dirty="0" err="1"/>
              <a:t>inspirado</a:t>
            </a:r>
            <a:r>
              <a:rPr lang="en-US" sz="1900" dirty="0"/>
              <a:t> no </a:t>
            </a:r>
            <a:r>
              <a:rPr lang="en-US" sz="1900" dirty="0" err="1"/>
              <a:t>programa</a:t>
            </a:r>
            <a:r>
              <a:rPr lang="en-US" sz="1900" dirty="0"/>
              <a:t> </a:t>
            </a:r>
            <a:r>
              <a:rPr lang="en-US" sz="1900" dirty="0" err="1"/>
              <a:t>britanico</a:t>
            </a:r>
            <a:r>
              <a:rPr lang="en-US" sz="1900" dirty="0"/>
              <a:t> </a:t>
            </a:r>
            <a:r>
              <a:rPr lang="pt-BR" sz="1900" dirty="0"/>
              <a:t>Monty </a:t>
            </a:r>
            <a:r>
              <a:rPr lang="pt-BR" sz="1900" dirty="0" err="1"/>
              <a:t>Python's</a:t>
            </a:r>
            <a:r>
              <a:rPr lang="pt-BR" sz="1900" dirty="0"/>
              <a:t> </a:t>
            </a:r>
            <a:r>
              <a:rPr lang="pt-BR" sz="1900" dirty="0" err="1"/>
              <a:t>Flying</a:t>
            </a:r>
            <a:r>
              <a:rPr lang="pt-BR" sz="1900" dirty="0"/>
              <a:t> </a:t>
            </a:r>
            <a:r>
              <a:rPr lang="pt-BR" sz="1900" dirty="0" err="1"/>
              <a:t>Circus</a:t>
            </a:r>
            <a:r>
              <a:rPr lang="pt-BR" sz="1900" dirty="0"/>
              <a:t>.</a:t>
            </a:r>
          </a:p>
          <a:p>
            <a:pPr marL="0" indent="0">
              <a:buNone/>
            </a:pPr>
            <a:r>
              <a:rPr lang="pt-BR" sz="1900" dirty="0"/>
              <a:t>Objetivo: linguagem simples, clara e fácil de aprender</a:t>
            </a:r>
            <a:r>
              <a:rPr lang="pt-BR" sz="3300" dirty="0"/>
              <a:t>.</a:t>
            </a:r>
          </a:p>
          <a:p>
            <a:pPr marL="0" indent="0">
              <a:buNone/>
            </a:pPr>
            <a:r>
              <a:rPr lang="pt-BR" dirty="0"/>
              <a:t> _______________________________________________________________________________</a:t>
            </a:r>
          </a:p>
          <a:p>
            <a:pPr marL="0" indent="0">
              <a:buNone/>
            </a:pPr>
            <a:r>
              <a:rPr lang="pt-BR" dirty="0"/>
              <a:t>Fonte: britannica.com/</a:t>
            </a:r>
            <a:r>
              <a:rPr lang="pt-BR" dirty="0" err="1"/>
              <a:t>technology</a:t>
            </a:r>
            <a:r>
              <a:rPr lang="pt-BR" dirty="0"/>
              <a:t>/Python-</a:t>
            </a:r>
            <a:r>
              <a:rPr lang="pt-BR" dirty="0" err="1"/>
              <a:t>computer</a:t>
            </a:r>
            <a:r>
              <a:rPr lang="pt-BR" dirty="0"/>
              <a:t>-</a:t>
            </a:r>
            <a:r>
              <a:rPr lang="pt-BR" dirty="0" err="1"/>
              <a:t>language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br>
              <a:rPr lang="en-US" dirty="0"/>
            </a:b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660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BB20F-10EF-4182-993A-F00027980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76F30B-8330-4CDE-9AAE-5D01D74F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GUIDO VAN ROSSUM: cientista da computação holandês. Criou o </a:t>
            </a:r>
            <a:r>
              <a:rPr lang="pt-BR" dirty="0" err="1"/>
              <a:t>Pyhton</a:t>
            </a:r>
            <a:r>
              <a:rPr lang="pt-BR" dirty="0"/>
              <a:t> com objetivos claros: 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496D01-37F1-4E1F-8F88-26DF12E237EE}"/>
              </a:ext>
            </a:extLst>
          </p:cNvPr>
          <p:cNvSpPr/>
          <p:nvPr/>
        </p:nvSpPr>
        <p:spPr>
          <a:xfrm>
            <a:off x="1165412" y="3872753"/>
            <a:ext cx="3236259" cy="530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SIMPLES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B65A145-381C-47D9-B276-C759A8FEDC55}"/>
              </a:ext>
            </a:extLst>
          </p:cNvPr>
          <p:cNvSpPr/>
          <p:nvPr/>
        </p:nvSpPr>
        <p:spPr>
          <a:xfrm>
            <a:off x="5387789" y="3872753"/>
            <a:ext cx="3236259" cy="508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LEGIVEL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2D4A45-6E74-45FB-9E11-E41AE97F6AE9}"/>
              </a:ext>
            </a:extLst>
          </p:cNvPr>
          <p:cNvSpPr/>
          <p:nvPr/>
        </p:nvSpPr>
        <p:spPr>
          <a:xfrm>
            <a:off x="1165412" y="5099488"/>
            <a:ext cx="3236259" cy="5301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PRODUTIVO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E0C4B29-7D60-4019-B932-F5DEB3D0CAD3}"/>
              </a:ext>
            </a:extLst>
          </p:cNvPr>
          <p:cNvSpPr/>
          <p:nvPr/>
        </p:nvSpPr>
        <p:spPr>
          <a:xfrm>
            <a:off x="5387789" y="5121290"/>
            <a:ext cx="3236259" cy="5083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EFICIENTE</a:t>
            </a:r>
          </a:p>
        </p:txBody>
      </p:sp>
    </p:spTree>
    <p:extLst>
      <p:ext uri="{BB962C8B-B14F-4D97-AF65-F5344CB8AC3E}">
        <p14:creationId xmlns:p14="http://schemas.microsoft.com/office/powerpoint/2010/main" val="2452955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91DE6-AA24-4681-98A0-58A00737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CARACTERISTICAS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B4446-D155-403A-8878-3A2C8A196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Alto nível e interpretada: sintaxe simples, fácil de aprender</a:t>
            </a:r>
          </a:p>
          <a:p>
            <a:r>
              <a:rPr lang="pt-BR" dirty="0"/>
              <a:t>Open </a:t>
            </a:r>
            <a:r>
              <a:rPr lang="pt-BR" dirty="0" err="1"/>
              <a:t>source</a:t>
            </a:r>
            <a:r>
              <a:rPr lang="pt-BR" dirty="0"/>
              <a:t>: código aberto e gratuito</a:t>
            </a:r>
          </a:p>
          <a:p>
            <a:r>
              <a:rPr lang="pt-BR" dirty="0" err="1"/>
              <a:t>Multi</a:t>
            </a:r>
            <a:r>
              <a:rPr lang="pt-BR" dirty="0"/>
              <a:t> Paradigma: orientado a objetos, funcional e processual</a:t>
            </a:r>
          </a:p>
          <a:p>
            <a:r>
              <a:rPr lang="pt-BR" dirty="0" err="1"/>
              <a:t>Portavel</a:t>
            </a:r>
            <a:r>
              <a:rPr lang="pt-BR" dirty="0"/>
              <a:t> e comunitária: multiplataforma, vasta comunidade</a:t>
            </a:r>
          </a:p>
        </p:txBody>
      </p:sp>
    </p:spTree>
    <p:extLst>
      <p:ext uri="{BB962C8B-B14F-4D97-AF65-F5344CB8AC3E}">
        <p14:creationId xmlns:p14="http://schemas.microsoft.com/office/powerpoint/2010/main" val="2039268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C803C-5788-4563-90C3-682DCC6C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 de códigos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D5C554-718F-4696-A671-FEF1534DD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882" y="1935921"/>
            <a:ext cx="4858871" cy="4124219"/>
          </a:xfrm>
        </p:spPr>
        <p:txBody>
          <a:bodyPr/>
          <a:lstStyle/>
          <a:p>
            <a:pPr marL="0" indent="0">
              <a:buNone/>
            </a:pPr>
            <a:r>
              <a:rPr lang="pt-BR" sz="2400" dirty="0" err="1"/>
              <a:t>Ola</a:t>
            </a:r>
            <a:r>
              <a:rPr lang="pt-BR" sz="2400" dirty="0"/>
              <a:t> mundo:                                                   </a:t>
            </a:r>
          </a:p>
          <a:p>
            <a:pPr marL="0" indent="0">
              <a:buNone/>
            </a:pPr>
            <a:r>
              <a:rPr lang="pt-BR" b="1" dirty="0"/>
              <a:t>Print(“Olá mundo”)</a:t>
            </a:r>
          </a:p>
          <a:p>
            <a:pPr marL="0" indent="0">
              <a:buNone/>
            </a:pPr>
            <a:endParaRPr lang="pt-BR" sz="2400" b="1" dirty="0"/>
          </a:p>
          <a:p>
            <a:pPr marL="0" indent="0">
              <a:buNone/>
            </a:pPr>
            <a:r>
              <a:rPr lang="pt-BR" sz="2400" dirty="0"/>
              <a:t>Soma de números:</a:t>
            </a:r>
          </a:p>
          <a:p>
            <a:pPr marL="0" indent="0">
              <a:buNone/>
            </a:pPr>
            <a:r>
              <a:rPr lang="pt-BR" b="1" dirty="0"/>
              <a:t>Num1 = 10</a:t>
            </a:r>
          </a:p>
          <a:p>
            <a:pPr marL="0" indent="0">
              <a:buNone/>
            </a:pPr>
            <a:r>
              <a:rPr lang="pt-BR" b="1" dirty="0"/>
              <a:t>Num=20</a:t>
            </a:r>
          </a:p>
          <a:p>
            <a:pPr marL="0" indent="0">
              <a:buNone/>
            </a:pPr>
            <a:r>
              <a:rPr lang="pt-BR" b="1" dirty="0" err="1"/>
              <a:t>Result</a:t>
            </a:r>
            <a:r>
              <a:rPr lang="pt-BR" b="1" dirty="0"/>
              <a:t> = num1 + num2</a:t>
            </a:r>
          </a:p>
          <a:p>
            <a:pPr marL="0" indent="0">
              <a:buNone/>
            </a:pPr>
            <a:r>
              <a:rPr lang="pt-BR" b="1" dirty="0"/>
              <a:t>Print(“Resultado:”, </a:t>
            </a:r>
            <a:r>
              <a:rPr lang="pt-BR" b="1" dirty="0" err="1"/>
              <a:t>result</a:t>
            </a:r>
            <a:r>
              <a:rPr lang="pt-BR" b="1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C5EB8D9-E8BB-4F68-8967-0049E5831D6F}"/>
              </a:ext>
            </a:extLst>
          </p:cNvPr>
          <p:cNvSpPr txBox="1"/>
          <p:nvPr/>
        </p:nvSpPr>
        <p:spPr>
          <a:xfrm>
            <a:off x="6795249" y="2056024"/>
            <a:ext cx="5199527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Estrutura de repetição:</a:t>
            </a:r>
          </a:p>
          <a:p>
            <a:r>
              <a:rPr lang="pt-BR" sz="2000" b="1" dirty="0"/>
              <a:t>For i in range(5):</a:t>
            </a:r>
          </a:p>
          <a:p>
            <a:r>
              <a:rPr lang="pt-BR" b="1" dirty="0"/>
              <a:t>       </a:t>
            </a:r>
            <a:r>
              <a:rPr lang="pt-BR" sz="2000" b="1" dirty="0"/>
              <a:t>print(i)</a:t>
            </a:r>
          </a:p>
          <a:p>
            <a:endParaRPr lang="pt-BR" sz="2000" b="1" dirty="0"/>
          </a:p>
          <a:p>
            <a:endParaRPr lang="pt-BR" sz="2000" b="1" dirty="0"/>
          </a:p>
          <a:p>
            <a:endParaRPr lang="pt-BR" sz="2000" b="1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Fonte: docs.pyhton.org/3/tutorial/</a:t>
            </a:r>
          </a:p>
        </p:txBody>
      </p:sp>
    </p:spTree>
    <p:extLst>
      <p:ext uri="{BB962C8B-B14F-4D97-AF65-F5344CB8AC3E}">
        <p14:creationId xmlns:p14="http://schemas.microsoft.com/office/powerpoint/2010/main" val="69660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2D5DB-42A7-4C71-85E2-11BC636A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Areas</a:t>
            </a:r>
            <a:r>
              <a:rPr lang="pt-BR" dirty="0"/>
              <a:t> de aplicação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4FBF4A-AD76-4A5C-9829-6C7775DFD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30473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WEB</a:t>
            </a:r>
          </a:p>
          <a:p>
            <a:r>
              <a:rPr lang="pt-BR" dirty="0"/>
              <a:t>IA/ML</a:t>
            </a:r>
          </a:p>
          <a:p>
            <a:r>
              <a:rPr lang="pt-BR" dirty="0"/>
              <a:t>CIENTIFICA</a:t>
            </a:r>
          </a:p>
          <a:p>
            <a:r>
              <a:rPr lang="pt-BR" dirty="0"/>
              <a:t>DESKTOP</a:t>
            </a:r>
          </a:p>
          <a:p>
            <a:r>
              <a:rPr lang="pt-BR" dirty="0"/>
              <a:t>DADOS </a:t>
            </a:r>
          </a:p>
          <a:p>
            <a:r>
              <a:rPr lang="pt-BR" dirty="0"/>
              <a:t>AUTOMAÇÃO </a:t>
            </a:r>
          </a:p>
          <a:p>
            <a:r>
              <a:rPr lang="pt-BR" dirty="0"/>
              <a:t>SEGURANÇA </a:t>
            </a:r>
          </a:p>
          <a:p>
            <a:r>
              <a:rPr lang="pt-BR" dirty="0"/>
              <a:t>IOT</a:t>
            </a:r>
          </a:p>
          <a:p>
            <a:pPr marL="0" indent="0">
              <a:buNone/>
            </a:pPr>
            <a:r>
              <a:rPr lang="pt-BR" dirty="0"/>
              <a:t>Fonte: </a:t>
            </a:r>
            <a:r>
              <a:rPr lang="en-US" i="1" dirty="0"/>
              <a:t>aws.amazon.com/</a:t>
            </a:r>
            <a:r>
              <a:rPr lang="en-US" i="1" dirty="0" err="1"/>
              <a:t>pt</a:t>
            </a:r>
            <a:r>
              <a:rPr lang="en-US" i="1" dirty="0"/>
              <a:t>/what-is/python/</a:t>
            </a:r>
            <a:endParaRPr lang="en-US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9982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0C93CE-B468-4D61-8AFB-9364B3982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e desvantagens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130F65-1CB7-45C6-923B-3CA168AE0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5182205" cy="41523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VANTAGENS:</a:t>
            </a:r>
          </a:p>
          <a:p>
            <a:r>
              <a:rPr lang="pt-BR" dirty="0"/>
              <a:t>Aprendizado fácil</a:t>
            </a:r>
          </a:p>
          <a:p>
            <a:r>
              <a:rPr lang="pt-BR" dirty="0" err="1"/>
              <a:t>Codigo</a:t>
            </a:r>
            <a:r>
              <a:rPr lang="pt-BR" dirty="0"/>
              <a:t> simples e organizado</a:t>
            </a:r>
          </a:p>
          <a:p>
            <a:r>
              <a:rPr lang="pt-BR" dirty="0"/>
              <a:t>Alta produtividade</a:t>
            </a:r>
          </a:p>
          <a:p>
            <a:r>
              <a:rPr lang="pt-BR" dirty="0"/>
              <a:t>Multiplataforma</a:t>
            </a:r>
          </a:p>
          <a:p>
            <a:r>
              <a:rPr lang="pt-BR" dirty="0"/>
              <a:t>Ampla comunidade</a:t>
            </a:r>
          </a:p>
          <a:p>
            <a:r>
              <a:rPr lang="pt-BR" dirty="0"/>
              <a:t>Grande quantidade de biblioteca</a:t>
            </a: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CD7B32-347B-4737-92CA-A7DDE1E6CD1D}"/>
              </a:ext>
            </a:extLst>
          </p:cNvPr>
          <p:cNvSpPr txBox="1"/>
          <p:nvPr/>
        </p:nvSpPr>
        <p:spPr>
          <a:xfrm>
            <a:off x="6329082" y="2096064"/>
            <a:ext cx="586291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DESVANTAGENS: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Alto consumo de memoria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Menor velocidade de execução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Suporte limitado para mobile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Pouco indicado para tempo real</a:t>
            </a:r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dirty="0"/>
              <a:t>Fonte: </a:t>
            </a:r>
            <a:r>
              <a:rPr lang="en-US" sz="2000" i="1" dirty="0"/>
              <a:t>oracle.com/</a:t>
            </a:r>
            <a:r>
              <a:rPr lang="en-US" sz="2000" i="1" dirty="0" err="1"/>
              <a:t>br</a:t>
            </a:r>
            <a:r>
              <a:rPr lang="en-US" sz="2000" i="1" dirty="0"/>
              <a:t>/developer/what-is-python-for-developers</a:t>
            </a:r>
            <a:endParaRPr lang="pt-BR" sz="2000" dirty="0"/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19696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8BDEC-C254-4D8A-AE67-5E59F567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Empresas que utilizam </a:t>
            </a:r>
            <a:r>
              <a:rPr lang="pt-BR" dirty="0" err="1"/>
              <a:t>pyhton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D7CD3E-B510-4B00-8500-D858CAF3D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SPOTIFY: </a:t>
            </a:r>
            <a:r>
              <a:rPr lang="pt-BR" dirty="0"/>
              <a:t>Recomendação e analise de dados</a:t>
            </a:r>
          </a:p>
          <a:p>
            <a:r>
              <a:rPr lang="pt-BR" b="1" dirty="0"/>
              <a:t>NETFLIX:</a:t>
            </a:r>
            <a:r>
              <a:rPr lang="pt-BR" dirty="0"/>
              <a:t> Dados, ML e </a:t>
            </a:r>
            <a:r>
              <a:rPr lang="pt-BR" dirty="0" err="1"/>
              <a:t>automoção</a:t>
            </a:r>
            <a:endParaRPr lang="pt-BR" dirty="0"/>
          </a:p>
          <a:p>
            <a:r>
              <a:rPr lang="pt-BR" b="1" dirty="0"/>
              <a:t>GOOGLE: </a:t>
            </a:r>
            <a:r>
              <a:rPr lang="pt-BR" dirty="0"/>
              <a:t>Ferramentas internas e IA </a:t>
            </a:r>
          </a:p>
          <a:p>
            <a:r>
              <a:rPr lang="pt-BR" b="1" dirty="0"/>
              <a:t>DROPBOX: </a:t>
            </a:r>
            <a:r>
              <a:rPr lang="pt-BR" dirty="0"/>
              <a:t>Infraestrutura principal</a:t>
            </a:r>
          </a:p>
          <a:p>
            <a:r>
              <a:rPr lang="pt-BR" b="1" dirty="0"/>
              <a:t>INSTAGRAM: </a:t>
            </a:r>
            <a:r>
              <a:rPr lang="pt-BR" dirty="0" err="1"/>
              <a:t>Backend</a:t>
            </a:r>
            <a:r>
              <a:rPr lang="pt-BR" dirty="0"/>
              <a:t> com Django</a:t>
            </a:r>
          </a:p>
          <a:p>
            <a:pPr marL="0" indent="0">
              <a:buNone/>
            </a:pPr>
            <a:r>
              <a:rPr lang="pt-BR" dirty="0"/>
              <a:t>Fonte: </a:t>
            </a:r>
            <a:r>
              <a:rPr lang="pt-BR" i="1" dirty="0"/>
              <a:t>quixom.com/blog/13-popular-companies-using-python-heres-how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66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70721-2A02-456F-9EB3-30179F247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Curiosidades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F2E95E-0E00-4CC6-B879-E8070FCE1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152336"/>
          </a:xfrm>
        </p:spPr>
        <p:txBody>
          <a:bodyPr/>
          <a:lstStyle/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this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Exibe o Zen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Pyhton</a:t>
            </a:r>
            <a:r>
              <a:rPr lang="pt-BR" dirty="0"/>
              <a:t> – princípios para escrever código claro.</a:t>
            </a:r>
          </a:p>
          <a:p>
            <a:pPr marL="0" indent="0">
              <a:buNone/>
            </a:pPr>
            <a:r>
              <a:rPr lang="pt-BR" dirty="0"/>
              <a:t>Exemplo: “</a:t>
            </a:r>
            <a:r>
              <a:rPr lang="pt-BR" dirty="0" err="1"/>
              <a:t>Simple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better</a:t>
            </a:r>
            <a:r>
              <a:rPr lang="pt-BR" dirty="0"/>
              <a:t> </a:t>
            </a:r>
            <a:r>
              <a:rPr lang="pt-BR" dirty="0" err="1"/>
              <a:t>than</a:t>
            </a:r>
            <a:r>
              <a:rPr lang="pt-BR" dirty="0"/>
              <a:t> </a:t>
            </a:r>
            <a:r>
              <a:rPr lang="pt-BR" dirty="0" err="1"/>
              <a:t>complex</a:t>
            </a:r>
            <a:r>
              <a:rPr lang="pt-BR" dirty="0"/>
              <a:t>.”</a:t>
            </a:r>
          </a:p>
          <a:p>
            <a:r>
              <a:rPr lang="pt-BR" dirty="0"/>
              <a:t>Top </a:t>
            </a:r>
            <a:r>
              <a:rPr lang="pt-BR" dirty="0" err="1"/>
              <a:t>Rankins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Esta entre as linguagens mais populares em </a:t>
            </a:r>
            <a:r>
              <a:rPr lang="pt-BR" dirty="0" err="1"/>
              <a:t>rakings</a:t>
            </a:r>
            <a:r>
              <a:rPr lang="pt-BR" dirty="0"/>
              <a:t> globais de tecnologia</a:t>
            </a:r>
          </a:p>
          <a:p>
            <a:r>
              <a:rPr lang="pt-BR" dirty="0" err="1"/>
              <a:t>Simbolo</a:t>
            </a:r>
            <a:r>
              <a:rPr lang="pt-BR" dirty="0"/>
              <a:t> Oficial:</a:t>
            </a:r>
          </a:p>
          <a:p>
            <a:pPr marL="0" indent="0">
              <a:buNone/>
            </a:pPr>
            <a:r>
              <a:rPr lang="pt-BR" dirty="0"/>
              <a:t>Duas cobras entrelaçadas</a:t>
            </a:r>
          </a:p>
          <a:p>
            <a:pPr marL="0" indent="0">
              <a:buNone/>
            </a:pPr>
            <a:r>
              <a:rPr lang="pt-BR" dirty="0" err="1"/>
              <a:t>Fonte:</a:t>
            </a:r>
            <a:r>
              <a:rPr lang="pt-BR" i="1" dirty="0" err="1"/>
              <a:t>peps.python.org</a:t>
            </a:r>
            <a:r>
              <a:rPr lang="pt-BR" i="1" dirty="0"/>
              <a:t>/pep-0020/·python.org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9589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DAA08C-C5BB-49DB-A108-17A655210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CC77F3-8A56-43C7-B905-8FA12C125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85365"/>
            <a:ext cx="10353762" cy="4966447"/>
          </a:xfrm>
        </p:spPr>
        <p:txBody>
          <a:bodyPr/>
          <a:lstStyle/>
          <a:p>
            <a:r>
              <a:rPr lang="en-US" dirty="0"/>
              <a:t>python.org/doc/essays/blurb/</a:t>
            </a:r>
          </a:p>
          <a:p>
            <a:r>
              <a:rPr lang="pt-BR" dirty="0"/>
              <a:t>gvanrossum.github.io</a:t>
            </a:r>
          </a:p>
          <a:p>
            <a:r>
              <a:rPr lang="en-US" dirty="0"/>
              <a:t>oracle.com/</a:t>
            </a:r>
            <a:r>
              <a:rPr lang="en-US" dirty="0" err="1"/>
              <a:t>br</a:t>
            </a:r>
            <a:r>
              <a:rPr lang="en-US" dirty="0"/>
              <a:t>/developer/what-is-python-for-developers</a:t>
            </a:r>
          </a:p>
          <a:p>
            <a:r>
              <a:rPr lang="pt-BR" dirty="0"/>
              <a:t>docs.python.org/3/tutorial/</a:t>
            </a:r>
          </a:p>
          <a:p>
            <a:r>
              <a:rPr lang="pt-BR" dirty="0"/>
              <a:t>peps.python.org/pep-0020/</a:t>
            </a:r>
          </a:p>
          <a:p>
            <a:r>
              <a:rPr lang="pt-BR" dirty="0"/>
              <a:t>britannica.com/</a:t>
            </a:r>
            <a:r>
              <a:rPr lang="pt-BR" dirty="0" err="1"/>
              <a:t>technology</a:t>
            </a:r>
            <a:r>
              <a:rPr lang="pt-BR" dirty="0"/>
              <a:t>/Python-</a:t>
            </a:r>
            <a:r>
              <a:rPr lang="pt-BR" dirty="0" err="1"/>
              <a:t>computer</a:t>
            </a:r>
            <a:r>
              <a:rPr lang="pt-BR" dirty="0"/>
              <a:t>-</a:t>
            </a:r>
            <a:r>
              <a:rPr lang="pt-BR" dirty="0" err="1"/>
              <a:t>language</a:t>
            </a:r>
            <a:endParaRPr lang="pt-BR" dirty="0"/>
          </a:p>
          <a:p>
            <a:r>
              <a:rPr lang="pt-BR" dirty="0"/>
              <a:t>docs.python.org/3</a:t>
            </a:r>
          </a:p>
          <a:p>
            <a:r>
              <a:rPr lang="en-US" dirty="0"/>
              <a:t>aws.amazon.com/</a:t>
            </a:r>
            <a:r>
              <a:rPr lang="en-US" dirty="0" err="1"/>
              <a:t>pt</a:t>
            </a:r>
            <a:r>
              <a:rPr lang="en-US" dirty="0"/>
              <a:t>/what-is/python/</a:t>
            </a:r>
          </a:p>
          <a:p>
            <a:r>
              <a:rPr lang="pt-BR" dirty="0"/>
              <a:t>quixom.com/blog/13-popular-companies-using-python-heres-how</a:t>
            </a:r>
          </a:p>
          <a:p>
            <a:r>
              <a:rPr lang="pt-BR" dirty="0"/>
              <a:t>python.org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94835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75</TotalTime>
  <Words>439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Bookman Old Style</vt:lpstr>
      <vt:lpstr>Rockwell</vt:lpstr>
      <vt:lpstr>Damask</vt:lpstr>
      <vt:lpstr>PESQUISA SOBRE A LINGUAGEM PYTHON</vt:lpstr>
      <vt:lpstr>HistÓria do linguagem</vt:lpstr>
      <vt:lpstr>Criador</vt:lpstr>
      <vt:lpstr>PRINCIPAIS CARACTERISTICAS</vt:lpstr>
      <vt:lpstr>Exemplos de códigos</vt:lpstr>
      <vt:lpstr>Areas de aplicação</vt:lpstr>
      <vt:lpstr>Vantagens e desvantagens </vt:lpstr>
      <vt:lpstr>Empresas que utilizam pyhton</vt:lpstr>
      <vt:lpstr>Curiosidades </vt:lpstr>
      <vt:lpstr>Referencias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PESQUISA SOBRE A LINGUAGEM PYTHON</dc:title>
  <dc:creator/>
  <cp:lastModifiedBy>Victor</cp:lastModifiedBy>
  <cp:revision>24</cp:revision>
  <dcterms:created xsi:type="dcterms:W3CDTF">2026-05-27T17:25:08Z</dcterms:created>
  <dcterms:modified xsi:type="dcterms:W3CDTF">2026-05-28T21:27:23Z</dcterms:modified>
</cp:coreProperties>
</file>